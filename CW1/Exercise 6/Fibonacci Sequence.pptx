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E1C1-DA09-A9CE-62E5-79686ECEA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C904D-6C1A-AAF9-0818-78E2A9725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E55CE-6834-AF60-9367-C7CD6661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8DD3-F706-CAA2-D868-221033AC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F6E5-162C-A3F0-A8FC-5E43D051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4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0A53-E78B-76F7-08A4-2D902C80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A34E-D6BE-1CC9-1D75-08C3B977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1CE71-E60A-268D-107D-0119A9E2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824C6-1E52-3B3D-2596-09C7EAC1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43BCC-7F29-ACC7-28CE-E34A0A82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1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CA09-4699-D14A-86AE-AB9002AC3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BB68F-44F2-0142-C15A-8B621CDC4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FC3FE-978C-D500-2491-435D6973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CCA19-A014-3BA8-843E-3CC3006C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6BB5-07C5-C547-48D2-B82FA301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7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0166-7CFA-4F9A-2005-887AFF34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00AC4-BF41-6CF7-98DE-D7E3AE20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0817A-2612-3083-A527-058FC270F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03D68-8D8F-5E13-C680-8B039F87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4E0AA-AC69-BC9F-D18B-754C17CA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165D8-B8E3-8F3D-3A8C-2A6F7F92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4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7607-6CD7-0311-1619-74FA8A05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0CBFE-1809-FF85-5F51-E1FB2E432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C5708-CAE4-74B4-A59B-B17444EAD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C97D2-B581-4EF3-8B99-A68ACAE93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2C613-B57A-B6BA-5A4B-660D7EC89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98D19-CBAE-A01E-EAC8-D6B1645C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1A23B-56D9-0736-90FE-BFAD0A34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10ADE-6D84-B252-DE8F-94CD3A77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7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F8D-E530-5D56-4FEE-1A614D85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1A331-B449-C69B-FE0D-81A65737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7511D-F73C-09B9-9860-CE48C39D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190EB-8435-9766-F8EC-51285100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2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4BD2C-F648-E51F-D71C-7AC478FE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B5747-F9A7-5C64-983D-E6FA4295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F542-97BC-DD6B-6453-B57B2578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0E00-2E03-8CC1-1627-F6091E97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7B4E-EF4A-0BF2-A0FF-D0EC1EC4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EA680-2286-2B73-2D8A-9485B0F8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D7B30-129D-FE8B-90E5-81FEC63A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9194E-6B01-AC7F-D8B3-E7A59B4C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FEBC3-EAB8-E48E-9149-9386A603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8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C5AE-D221-A6F3-66BC-1FAD02C3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95C24-567E-B7E3-D119-60A3B44CE9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17092-2FF5-A45B-0F7A-F7793A968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86573-E985-32A0-A689-E1F489EE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8D1F4-5F13-6626-5E66-9E3089CB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B021C-71B9-09B2-D69E-92508160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8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FC52-3F69-1820-8F2A-9B440B29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BE19C-CC4C-FAB8-867F-9518DA9DC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A7167-9698-7B90-DF27-DA08CFA0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8B060-A8DE-58AC-E7AC-5AD116F6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E0A2D-0392-6C1F-EDC2-B598DF67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29983-DE2B-1572-8C2D-42FD818BC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715C3-C33E-A7F5-1679-9AFB4FF6E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911C-2222-6BEF-AFA8-416950DE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374AF-538E-176D-E8E4-A8009E2F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371CD-F5E3-DAA6-38E1-3E2F3428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3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4D210-B004-45FC-DE7D-28D96AD0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4C872-DF60-0293-F824-11765A7ED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02E3D-34BF-4826-40D5-C4383EDDE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354D3-00AE-410E-90ED-744DE262EE92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77482-CEA8-A11C-414D-6FE715643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E263D-B666-153D-A2DA-52E50CAE3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5D66B-25AE-4530-B1B4-7F82D088B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1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DBF36ECE-9155-A786-FFAA-D6A8F7C830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8C311B-43C7-694B-E680-1C4867B0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Fibonacci sequence generation in VNMSim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1CF1D-207D-61A8-E0F3-A9DFC4131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Team members: Nikita, Kevin, Illia</a:t>
            </a:r>
          </a:p>
        </p:txBody>
      </p:sp>
    </p:spTree>
    <p:extLst>
      <p:ext uri="{BB962C8B-B14F-4D97-AF65-F5344CB8AC3E}">
        <p14:creationId xmlns:p14="http://schemas.microsoft.com/office/powerpoint/2010/main" val="309920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EB08D-5F7D-1407-71E7-1754E6CF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DFF3FC6A-D97B-4A2A-84A1-0336D9B9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9647FCD-6AB6-4F79-57B4-051E45BE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0"/>
            <a:ext cx="5256212" cy="533403"/>
          </a:xfrm>
        </p:spPr>
        <p:txBody>
          <a:bodyPr>
            <a:normAutofit fontScale="90000"/>
          </a:bodyPr>
          <a:lstStyle/>
          <a:p>
            <a:r>
              <a:rPr lang="en-US" dirty="0"/>
              <a:t>Our chosen challenge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F6A8CC-9001-374B-FD94-449A30B74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06548"/>
            <a:ext cx="5157787" cy="449263"/>
          </a:xfrm>
        </p:spPr>
        <p:txBody>
          <a:bodyPr/>
          <a:lstStyle/>
          <a:p>
            <a:pPr algn="ctr"/>
            <a:r>
              <a:rPr lang="en-US" dirty="0"/>
              <a:t>What is Fibonacci?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19C42-4F29-4DF7-E63E-869F9DA76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1334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Fibonacci sequence is a sequence of numbers that begins with 0 and 1. To get the next term simply add the two numbers before it. </a:t>
            </a:r>
          </a:p>
          <a:p>
            <a:r>
              <a:rPr lang="en-US" dirty="0">
                <a:solidFill>
                  <a:srgbClr val="FFFFFF"/>
                </a:solidFill>
              </a:rPr>
              <a:t>The sequence is well known as the simple sequence appears in many places in nature and computer science.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E7FAF8-2D0F-271B-0440-06C9774A5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606549"/>
            <a:ext cx="5183188" cy="449263"/>
          </a:xfrm>
        </p:spPr>
        <p:txBody>
          <a:bodyPr/>
          <a:lstStyle/>
          <a:p>
            <a:pPr algn="ctr"/>
            <a:r>
              <a:rPr lang="en-US" dirty="0"/>
              <a:t>Why Fibonacci?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468C214-60EC-44DF-9869-ADD4B0FC2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4133468"/>
          </a:xfrm>
        </p:spPr>
        <p:txBody>
          <a:bodyPr>
            <a:normAutofit/>
          </a:bodyPr>
          <a:lstStyle/>
          <a:p>
            <a:r>
              <a:rPr lang="en-US" dirty="0"/>
              <a:t>Lots of Computer Science concepts use Fibonacci.</a:t>
            </a:r>
          </a:p>
          <a:p>
            <a:r>
              <a:rPr lang="en-US" dirty="0"/>
              <a:t>It appears in real data structures, such as AVL trees and Euclid’s algorithm.</a:t>
            </a:r>
          </a:p>
          <a:p>
            <a:r>
              <a:rPr lang="en-US" dirty="0"/>
              <a:t>It helps us connect math and computing.</a:t>
            </a:r>
          </a:p>
        </p:txBody>
      </p:sp>
    </p:spTree>
    <p:extLst>
      <p:ext uri="{BB962C8B-B14F-4D97-AF65-F5344CB8AC3E}">
        <p14:creationId xmlns:p14="http://schemas.microsoft.com/office/powerpoint/2010/main" val="248778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BFF56-CE3E-67FF-30C8-1BB8DA1E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AEAC931A-86F9-648C-A8D5-E1494544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1A06CE-03E3-EF2D-D31A-A8F6D00C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582860" cy="7523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LLM Co-Development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33BC7-1FEE-0481-7714-AB9F0291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63" y="1149321"/>
            <a:ext cx="4991727" cy="2495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35A4D1-67DF-6879-BAAC-FEEC88DEB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531" y="1161288"/>
            <a:ext cx="5626568" cy="1819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1ACCF9-DF79-D995-F498-DF4EEA758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70" y="4105135"/>
            <a:ext cx="4563112" cy="20005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1BABE0-5F9B-E8BC-EAD0-A41E19E6E00B}"/>
              </a:ext>
            </a:extLst>
          </p:cNvPr>
          <p:cNvSpPr txBox="1"/>
          <p:nvPr/>
        </p:nvSpPr>
        <p:spPr>
          <a:xfrm>
            <a:off x="5595545" y="3538728"/>
            <a:ext cx="6184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Thanks to these answers the LLM gave us, we were able to shape our solution more correctly.</a:t>
            </a:r>
          </a:p>
        </p:txBody>
      </p:sp>
    </p:spTree>
    <p:extLst>
      <p:ext uri="{BB962C8B-B14F-4D97-AF65-F5344CB8AC3E}">
        <p14:creationId xmlns:p14="http://schemas.microsoft.com/office/powerpoint/2010/main" val="63834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CE7EC-D7B9-345A-5E41-C568C0CE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79F1CF95-7F38-DE85-8B3B-6389FF0F1B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B1C26-51DB-7A81-807C-E8C23B0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303520" cy="8239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LLM Co-Development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53139-2423-42A6-458C-A1782C0E5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2476" y="2596895"/>
            <a:ext cx="2808667" cy="475107"/>
          </a:xfrm>
        </p:spPr>
        <p:txBody>
          <a:bodyPr/>
          <a:lstStyle/>
          <a:p>
            <a:r>
              <a:rPr lang="en-US" dirty="0"/>
              <a:t>Helpful suggestion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DA2FA0-F9AF-CDBD-09B5-3A2B0D38D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26516" y="2473641"/>
            <a:ext cx="3493008" cy="447675"/>
          </a:xfrm>
        </p:spPr>
        <p:txBody>
          <a:bodyPr/>
          <a:lstStyle/>
          <a:p>
            <a:r>
              <a:rPr lang="en-US" dirty="0"/>
              <a:t>Problematic suggestion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12EED9-BAD5-8440-A772-ADDF93AE1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9" y="3257336"/>
            <a:ext cx="5430316" cy="10955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684324-3EE2-9FC0-7E66-050908FE8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427" y="3047924"/>
            <a:ext cx="5231355" cy="13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12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5BB24-25B9-6826-BE2D-E6E74CD8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78D5DCCB-6F56-1DDE-8363-C1255FA8B7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B7AAFD2-00EB-7354-EB6A-E4F87187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34968" cy="546099"/>
          </a:xfrm>
        </p:spPr>
        <p:txBody>
          <a:bodyPr>
            <a:normAutofit fontScale="90000"/>
          </a:bodyPr>
          <a:lstStyle/>
          <a:p>
            <a:r>
              <a:rPr lang="en-US" dirty="0"/>
              <a:t>Code walkthrough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74B2C44-7DA2-1E11-E88C-7C8B5023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4076" y="1498028"/>
            <a:ext cx="1234440" cy="460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Values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44EAA-5BE2-6F25-C766-527352809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589" y="1290700"/>
            <a:ext cx="2907792" cy="4146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Loop sequence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B0558-49A1-D2D1-50E1-A7E967D3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625" y="2139062"/>
            <a:ext cx="1947343" cy="4069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DF503E-7EC4-F835-C812-DB8625E33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297" y="1802509"/>
            <a:ext cx="1140377" cy="44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6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FF7BB-6309-165D-6AF7-410513D6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326AB383-72BF-C8EC-FCFB-EFB624897C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FC8CC93-F208-3043-C2AB-17B6AEC9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2766217"/>
            <a:ext cx="2663952" cy="1325563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794585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4B375-E69F-6F95-612D-BD2BD79F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C35F5CEB-273F-741E-031F-B7760B2E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5FD4805-A7AF-930F-B479-BD5713A5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298192" cy="546099"/>
          </a:xfrm>
        </p:spPr>
        <p:txBody>
          <a:bodyPr>
            <a:normAutofit fontScale="90000"/>
          </a:bodyPr>
          <a:lstStyle/>
          <a:p>
            <a:r>
              <a:rPr lang="en-US" dirty="0"/>
              <a:t>Reflection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492B6-3581-192B-0E76-3DA740F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1973515"/>
            <a:ext cx="11067288" cy="2910967"/>
          </a:xfrm>
        </p:spPr>
        <p:txBody>
          <a:bodyPr/>
          <a:lstStyle/>
          <a:p>
            <a:r>
              <a:rPr lang="en-US" dirty="0"/>
              <a:t>Co-Developing with LLM helped us shape our code more correctly thanks to the LLM’s helpful suggestions.</a:t>
            </a:r>
          </a:p>
          <a:p>
            <a:r>
              <a:rPr lang="en-US" dirty="0"/>
              <a:t>Sometimes, the LLM gave problematic suggestions that we had trouble understanding or even implementing.</a:t>
            </a:r>
          </a:p>
          <a:p>
            <a:r>
              <a:rPr lang="en-US" dirty="0"/>
              <a:t>Overall, co-developing with LLM can help you, but also mislead you at the same time with its suggestions.</a:t>
            </a:r>
          </a:p>
        </p:txBody>
      </p:sp>
    </p:spTree>
    <p:extLst>
      <p:ext uri="{BB962C8B-B14F-4D97-AF65-F5344CB8AC3E}">
        <p14:creationId xmlns:p14="http://schemas.microsoft.com/office/powerpoint/2010/main" val="23209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83895-1B15-A9CC-2FD6-44DD9D90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954A025F-66F5-7EFB-A235-9B19043611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FB6E1C8-88F9-7AF8-5B3F-43BB0232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536" y="2766217"/>
            <a:ext cx="2852928" cy="1325563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9595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11AF5-C7A3-85C4-7A30-9145FDE8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Fibonacci Sequence - Artis">
            <a:extLst>
              <a:ext uri="{FF2B5EF4-FFF2-40B4-BE49-F238E27FC236}">
                <a16:creationId xmlns:a16="http://schemas.microsoft.com/office/drawing/2014/main" id="{E0E2F3C3-8605-B844-71B4-54F4EBC338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887" b="10113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A403E40-DFC1-516D-0CFD-CD3574EB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992" y="2766217"/>
            <a:ext cx="5462016" cy="1325563"/>
          </a:xfrm>
        </p:spPr>
        <p:txBody>
          <a:bodyPr/>
          <a:lstStyle/>
          <a:p>
            <a:r>
              <a:rPr lang="en-US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02952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87A4DA-C84A-480C-B3AC-F10141BCDB9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1daeb94-5b00-43b2-a78f-7cd5dd595f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196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Fibonacci sequence generation in VNMSim</vt:lpstr>
      <vt:lpstr>Our chosen challenge</vt:lpstr>
      <vt:lpstr>LLM Co-Development</vt:lpstr>
      <vt:lpstr>LLM Co-Development</vt:lpstr>
      <vt:lpstr>Code walkthrough</vt:lpstr>
      <vt:lpstr>Live Demo</vt:lpstr>
      <vt:lpstr>Reflection</vt:lpstr>
      <vt:lpstr>Questions?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Kevins Drēviņš</dc:creator>
  <cp:lastModifiedBy>Kevins Drēviņš</cp:lastModifiedBy>
  <cp:revision>2</cp:revision>
  <dcterms:created xsi:type="dcterms:W3CDTF">2026-10-27T14:15:27Z</dcterms:created>
  <dcterms:modified xsi:type="dcterms:W3CDTF">2026-10-27T16:30:02Z</dcterms:modified>
</cp:coreProperties>
</file>